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698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ptos"/>
              </a:rPr>
              <a:t>Práctica 02: Interrupciones, temporizadores, entradas analógicas y salidas PWM en sistemas embebidos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6808" y="3063240"/>
            <a:ext cx="749807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334155"/>
                </a:solidFill>
                <a:latin typeface="Aptos"/>
              </a:rPr>
              <a:t>Martín Ramírez Espinosa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808" y="3447288"/>
            <a:ext cx="749807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334155"/>
                </a:solidFill>
                <a:latin typeface="Aptos"/>
              </a:rPr>
              <a:t>Miguel Angel Estrada Ocampo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808" y="3831336"/>
            <a:ext cx="749807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334155"/>
                </a:solidFill>
                <a:latin typeface="Aptos"/>
              </a:rPr>
              <a:t>Brayan Manuel Gallego Ocampo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Electronic Instrumentation Laboratory • Practice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Plataforma y criterio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4800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206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E7490"/>
                </a:solidFill>
                <a:latin typeface="Aptos"/>
              </a:rPr>
              <a:t>Plataforma utilizada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2976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Placa objetivo: ESP32-S3 / DevKit programada desde Arduino IDE.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Actividades 1 y 2: pulsador sobre GPIO 4 con lógica INPUT_PULLUP.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Actividades 3 y 4: dos LDR conectadas a GPIO 4 y GPIO 5 mediante divisores de tensión con resistor fijo de 10 kOhm.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La evidencia principal se validó con videos y código fuente del repositorio.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508760"/>
            <a:ext cx="5989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783080"/>
            <a:ext cx="5394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E7490"/>
                </a:solidFill>
                <a:latin typeface="Aptos"/>
              </a:rPr>
              <a:t>Referencias visuales del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148840"/>
            <a:ext cx="2606040" cy="15727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sp32-s3-official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312" y="2331720"/>
            <a:ext cx="1438058" cy="124932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64808" y="3401568"/>
            <a:ext cx="1645920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ESP32-S3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148840"/>
            <a:ext cx="2606040" cy="15727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sistors-w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632" y="2377440"/>
            <a:ext cx="1684701" cy="130576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144000" y="3401568"/>
            <a:ext cx="1965960" cy="256032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Resistores de referencia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931920"/>
            <a:ext cx="5440680" cy="16276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rduino-ide-logo-c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160520"/>
            <a:ext cx="18288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12680" y="4279392"/>
            <a:ext cx="1097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Arduino 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4636008"/>
            <a:ext cx="1078992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IDE utilizada para compilar, cargar y monitorear la salida serial.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Fuentes visuales: Espressif, Wikimedia Commons y Arduino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Actividad 1 • Interrupción externa y conteo de pulsos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ptos"/>
              </a:rPr>
              <a:t>Conteo confiable con ISR mínima, filtro por software y apoyo de debounce por hardware en el montaje.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464515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1-02-debounce-circuit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4114800" cy="14183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847088" y="4389120"/>
            <a:ext cx="1965960" cy="29260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Circuito de debounce</a:t>
            </a:r>
          </a:p>
        </p:txBody>
      </p:sp>
      <p:pic>
        <p:nvPicPr>
          <p:cNvPr id="8" name="Picture 7" descr="activity-01-monitor-wide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36592"/>
            <a:ext cx="3657600" cy="1005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83080" y="5486400"/>
            <a:ext cx="2103120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Monitor serie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783080"/>
            <a:ext cx="6355080" cy="44074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2039112"/>
            <a:ext cx="5760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Aspectos técnicos observados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395728"/>
            <a:ext cx="557784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Pulsador en GPIO 4 con INPUT_PULLUP.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La ISR solamente activa una bandera compartida; la lógica pesada queda en loop().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La validación de rebote se hace con dos lecturas separadas por 5 ms y una ventana mínima de 20 ms.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El video menciona explícitamente el uso de un capacitor como apoyo de debounce por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4736592"/>
            <a:ext cx="5577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Aptos"/>
              </a:rPr>
              <a:t>Resultado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5074920"/>
            <a:ext cx="55778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Se obtiene un contador de pulsos estable y repetible, con rechazo de rebotes visibles tanto en la narración como en la salida serial.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5779008"/>
            <a:ext cx="5577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E7490"/>
                </a:solidFill>
                <a:latin typeface="Aptos"/>
              </a:rPr>
              <a:t>Enlace: https://youtube.com/shorts/mXq1ssp9a_E?si=6mYtNUmcXtz9WJfp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Actividad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Actividad 2 • Tiempo entre pulsos válidos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ptos"/>
              </a:rPr>
              <a:t>Reutilización del esquema por interrupciones para medir dt(ms) entre eventos aceptados.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420624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2-monitor-medium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00" y="2148840"/>
            <a:ext cx="3343680" cy="202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98448" y="4333248"/>
            <a:ext cx="2057400" cy="29260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Salida serial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19472" y="1783080"/>
            <a:ext cx="6784848" cy="44074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2039112"/>
            <a:ext cx="614476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Aspectos técnicos observados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2395728"/>
            <a:ext cx="594360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Se mantiene el pulsador en GPIO 4 y la ISR solo marca un evento.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El video aclara que en esta demostración se eligió debounce únicamente por software.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Cada pulsación válida actualiza el contador y calcula dt(ms) respecto al pulso previo.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La primera diferencia temporal es naturalmente mayor porque parte del estado inicial del sistema.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4736592"/>
            <a:ext cx="5943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Aptos"/>
              </a:rPr>
              <a:t>Resultado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5074920"/>
            <a:ext cx="59436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El monitor serie permite verificar simultáneamente el conteo de pulsaciones y la diferencia temporal entre eventos válidos en milisegundos.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5779008"/>
            <a:ext cx="5943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E7490"/>
                </a:solidFill>
                <a:latin typeface="Aptos"/>
              </a:rPr>
              <a:t>Enlace: https://youtube.com/shorts/ansOQB4kI1w?si=nRZDw5iUew97xv6x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Actividad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Actividad 3 • Dos LDR y estimación de dirección de luz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ptos"/>
              </a:rPr>
              <a:t>Adquisición analógica, cálculo de resistencia y clasificación izquierda/centro/derecha desde el monitor serie.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074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3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4831"/>
            <a:ext cx="4526280" cy="25513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5193792"/>
            <a:ext cx="2331720" cy="29260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Montaje real del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783080"/>
            <a:ext cx="5897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057400"/>
            <a:ext cx="5120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Aptos"/>
              </a:rPr>
              <a:t>Implementación IRL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423160"/>
            <a:ext cx="5074920" cy="2240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LDR izquierdo en GPIO 4 y LDR derecho en GPIO 5.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Un LED en GPIO 2 actúa como indicador de umbral.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Cada canal ADC se promedia en 16 muestras para reducir ruido.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La dirección se reporta como left / right / center según el balance de brillo calculado.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4800600"/>
            <a:ext cx="5120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Aptos"/>
              </a:rPr>
              <a:t>Resultado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5138928"/>
            <a:ext cx="512064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La demostración evidencia cambios de dirección cuando se cubre una de las fotoresistencias. La solución final usa un solo LED de umbral y deja la dirección explícita en el monitor serie.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925312"/>
            <a:ext cx="51206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Enlace: https://youtu.be/JjKAwNEbkUQ?si=QeLI2wHBnJXu98TE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Actividad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Actividad 4 • Sustitución del servo por indicadores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ptos"/>
              </a:rPr>
              <a:t>La evidencia grabada documenta una implementación funcional de comparación de luz, pero no una etapa PWM con servomotor.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8862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ty-04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8256"/>
            <a:ext cx="3429000" cy="19328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51560" y="5010912"/>
            <a:ext cx="2331720" cy="29260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Montaje con LEDs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783080"/>
            <a:ext cx="288036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-04-monitor-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48256"/>
            <a:ext cx="2468880" cy="13916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65192" y="5010912"/>
            <a:ext cx="2011680" cy="29260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Código + salida serial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783080"/>
            <a:ext cx="4114800" cy="44074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039112"/>
            <a:ext cx="3566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Hallazgo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432304"/>
            <a:ext cx="352044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Se conservó el nombre de la actividad, pero no se muestra un servo real en el video.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La narración explica que la alimentación del ESP32 no era suficiente para mover el servo.</a:t>
            </a:r>
          </a:p>
          <a:p>
            <a:pPr>
              <a:defRPr sz="1400">
                <a:solidFill>
                  <a:srgbClr val="334155"/>
                </a:solidFill>
                <a:latin typeface="Aptos"/>
              </a:defRPr>
            </a:pPr>
            <a:r>
              <a:t>Como solución práctica se usaron dos LEDs de dirección y un LED de umbral.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526280"/>
            <a:ext cx="3520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E7490"/>
                </a:solidFill>
                <a:latin typeface="Aptos"/>
              </a:rPr>
              <a:t>Resultado observado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864608"/>
            <a:ext cx="35204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tos"/>
              </a:rPr>
              <a:t>La demostración sí verifica comparación de iluminación, encendido de LEDs y reporte de resistencias/brillo. Para completar la meta original haría falta una alimentación externa y la etapa PWM del servo.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5760720"/>
            <a:ext cx="3520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Enlace: https://youtu.be/Iecnnyzc_fA?si=eRBpuXsNlJQny4Mf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Actividad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 Display"/>
              </a:rPr>
              <a:t>Resumen de resultados y enlaces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ptos"/>
              </a:rPr>
              <a:t>Consolidado de la evidencia mínima pedida por la guía de entregables.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201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10835640" cy="43891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19656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Actividad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19656"/>
            <a:ext cx="2834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Implementación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19656"/>
            <a:ext cx="2926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Resultado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19656"/>
            <a:ext cx="2926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Enlace / evidencia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58568"/>
            <a:ext cx="10835640" cy="7680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731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31720"/>
            <a:ext cx="3108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Pulsador + ISR + debounce estable
con apoyo de capacitor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331720"/>
            <a:ext cx="2788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Conteo de pulsos robusto en monitor serie.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154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E7490"/>
                </a:solidFill>
                <a:latin typeface="Aptos"/>
              </a:rPr>
              <a:t>https://youtube.com/shorts/mXq1ssp9a_E?si=6mYtNUmcXtz9WJfp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154679"/>
            <a:ext cx="10835640" cy="768096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27832"/>
            <a:ext cx="731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27832"/>
            <a:ext cx="3108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Pulsador + ISR + dt(ms)
entre pulsos válidos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227832"/>
            <a:ext cx="2788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Se reporta conteo y diferencia temporal.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27832"/>
            <a:ext cx="3154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E7490"/>
                </a:solidFill>
                <a:latin typeface="Aptos"/>
              </a:rPr>
              <a:t>https://youtube.com/shorts/ansOQB4kI1w?si=nRZDw5iUew97xv6x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50791"/>
            <a:ext cx="10835640" cy="7680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23944"/>
            <a:ext cx="731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123944"/>
            <a:ext cx="3108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Dos LDR + un LED de umbral
y dirección por serial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123944"/>
            <a:ext cx="2788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La luz se clasifica como left/right/center.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23944"/>
            <a:ext cx="3154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https://youtu.be/JjKAwNEbkUQ?si=QeLI2wHBnJXu98TE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46904"/>
            <a:ext cx="10835640" cy="768096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0056"/>
            <a:ext cx="731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020056"/>
            <a:ext cx="31089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Dos LDR + tres LEDs
como reemplazo del servo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020056"/>
            <a:ext cx="2788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Se demuestra comparación de luz; servo pendiente.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020056"/>
            <a:ext cx="3154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https://youtu.be/Iecnnyzc_fA?si=eRBpuXsNlJQny4Mf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Resumen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